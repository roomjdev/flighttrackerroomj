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FlightTracker Project
C# Script Documentation</a:t>
            </a:r>
          </a:p>
          <a:p>
            <a:pPr>
              <a:defRPr sz="2000">
                <a:solidFill>
                  <a:srgbClr val="C8DCFF"/>
                </a:solidFill>
              </a:defRPr>
            </a:pPr>
            <a:r>
              <a:t>Unity-based real-time global flight visualization</a:t>
            </a:r>
          </a:p>
          <a:p>
            <a:pPr>
              <a:defRPr sz="1600">
                <a:solidFill>
                  <a:srgbClr val="BED2F0"/>
                </a:solidFill>
              </a:defRPr>
            </a:pPr>
            <a:r>
              <a:t>Architecture and implementation notes for 6 core scripts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AirportRenderer.cs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FlightTracker/Assets/02_Scripts/AirportRenderer.cs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Loads airport coordinates from airports.csv and renders them as red dots on the earth sphere.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Supports filtering by airport type and aligns coordinates using the shared longitude offset.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Converts latitude/longitude to world-space positions relative to Earth transform.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CSV loading via UnityWebRequest with setup-focused error output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Quoted-field CSV splitter for comma-safe parsing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Airport type filters: large only or large + medium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Unlit material cloning and collider removal for lightweight dots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Reads StreamingAssets/geo/airports.csv at runtime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Earth radius computed from sphere scale (x * 0.5)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Lat/Lon conversion includes surfaceOffset and longitudeOffset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Created material is disposed in OnDestroy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FlightTracker.cs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FlightTracker/Assets/02_Scripts/FlightTracker.cs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Receives aircraft states from OpenSkyAPI and renders active flights as globe markers.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Applies continent-based color coding from origin country for quick regional visualization.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Uses pooling to reuse marker objects across updates and reduce runtime churn.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Event-driven updates through OpenSkyAPI.OnDataReceived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Queue-backed marker object pool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Continent-to-material cache for shared rendering resources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Lat/Lon projection with configurable longitude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Skips states where both coordinates are zero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Returns all old dots to pool before each refresh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Country mapping dictionary is case-insensitive with Unknown fallback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Markers face earth center via LookAt rotation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SunLight.cs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FlightTracker/Assets/02_Scripts/SunLight.cs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Computes directional light rotation from real UTC time to simulate current sunlight.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Models daily movement via Earth rotation and seasonal declination changes.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Keeps light alignment consistent with Earth rotation and texture offset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Configurable periodic sunlight updates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UTC hour-to-longitude conversion (15° per hour)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Declination approximation near ±23.45°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Directional light orientation using Quaternion.LookRotation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Uses DateTime.UtcNow and DayOfYear as core inputs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longitudeOffset aligns with other geo rendering scripts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Earth transform rotation is applied to local solar vector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Diagnostic Debug.Log prints time and angle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OpenSkyAPI.cs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FlightTracker/Assets/02_Scripts/OpenSkyAPI.cs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Manages OpenSky API access, including OAuth2 token retrieval and flight-state polling.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Loads credentials.json from project/build-adjacent path and safely supports anonymous fallback mode.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Parses mixed-type OpenSky state arrays into AircraftState objects for downstream consumers.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OAuth2 client-credentials token flow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Token expiry tracking with pre-expiry refresh buffer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Configurable poll interval and request timeout controls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OnDataReceived event for decoupled data subscribers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credentials.json remains outside source control for security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401 responses clear token to trigger fresh authentication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Manual states parser handles jagged mixed-type arrays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AircraftState stores id, callsign, country, coordinates, on-ground 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OrbitCamera.cs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FlightTracker/Assets/02_Scripts/OrbitCamera.cs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Implements interactive orbit camera controls around the earth sphere target.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Supports mouse drag orbiting, scroll zooming, and keyboard navigation controls.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Maintains camera distance relative to sphere surface for stable user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Yaw/pitch orbit with mouse input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Clamped zoom range with distance-proportional speed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WASD orbit + Q/E zoom keyboard support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LateUpdate transform application for smooth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Initial yaw/pitch inferred from editor-placed camera position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Pitch clamping prevents camera flipping near poles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Distance uses sphere radius plus configurable surface distance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Final camera transform always LookAt target center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EarthGeoRenderer.cs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F57"/>
                </a:solidFill>
              </a:defRPr>
            </a:pPr>
            <a:r>
              <a:t>Path: FlightTracker/Assets/02_Scripts/EarthGeoRenderer.cs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Brief Functional Description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Loads country boundary GeoJSON and renders polygon rings on the globe surface.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Adds reference capital-city dots from a built-in capital coordinate list.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Uses consistent coordinate conversion so borders and capitals align with flight markers.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StreamingAssets GeoJSON loading and validation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Recursive parser for Polygon and MultiPolygon coordinate nesting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LineRenderer-based border drawing with configurable style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Capital marker generation with shared unlit material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108960"/>
            <a:ext cx="5303520" cy="3200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869E"/>
                </a:solidFill>
              </a:defRPr>
            </a:pPr>
            <a:r>
              <a:t>Code Comments / Technical Notes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Scans JSON for coordinates arrays and recursively extracts lon/lat pairs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Supports optional 3D coordinates by consuming and ignoring altitude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Separates generated hierarchy into Borders and Capitals parents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• Lat/Lon projection includes Earth rotation, offset, and surface height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8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System Architecture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solidFill>
            <a:srgbClr val="F5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5A5A"/>
                </a:solidFill>
              </a:defRPr>
            </a:pPr>
            <a:r>
              <a:t>FlightTracker integrates data ingestion, geospatial rendering, environmental lighting, and camera interaction into one real-time globe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011680" cy="914400"/>
          </a:xfrm>
          <a:prstGeom prst="rect">
            <a:avLst/>
          </a:prstGeom>
          <a:solidFill>
            <a:srgbClr val="FFECB3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OpenSkyAPI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103120"/>
            <a:ext cx="2011680" cy="914400"/>
          </a:xfrm>
          <a:prstGeom prst="rect">
            <a:avLst/>
          </a:prstGeom>
          <a:solidFill>
            <a:srgbClr val="BBDEF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FlightTracker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103120"/>
            <a:ext cx="2194560" cy="914400"/>
          </a:xfrm>
          <a:prstGeom prst="rect">
            <a:avLst/>
          </a:prstGeom>
          <a:solidFill>
            <a:srgbClr val="C8E6C9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Earth Sphere</a:t>
            </a:r>
            <a:br/>
            <a:r>
              <a:t>(World Anchor)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45920"/>
            <a:ext cx="2194560" cy="914400"/>
          </a:xfrm>
          <a:prstGeom prst="rect">
            <a:avLst/>
          </a:prstGeom>
          <a:solidFill>
            <a:srgbClr val="FFCDD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AirportRenderer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743200"/>
            <a:ext cx="2194560" cy="914400"/>
          </a:xfrm>
          <a:prstGeom prst="rect">
            <a:avLst/>
          </a:prstGeom>
          <a:solidFill>
            <a:srgbClr val="E1BEE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EarthGeoRenderer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2011680" cy="914400"/>
          </a:xfrm>
          <a:prstGeom prst="rect">
            <a:avLst/>
          </a:prstGeom>
          <a:solidFill>
            <a:srgbClr val="FFF59D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SunLight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4114800"/>
            <a:ext cx="2011680" cy="914400"/>
          </a:xfrm>
          <a:prstGeom prst="rect">
            <a:avLst/>
          </a:prstGeom>
          <a:solidFill>
            <a:srgbClr val="C5E1A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323232"/>
                </a:solidFill>
              </a:defRPr>
            </a:pPr>
            <a:r>
              <a:t>OrbitCamera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F57"/>
                </a:solidFill>
              </a:defRPr>
            </a:pPr>
            <a:r>
              <a:t>Core Flow: OpenSkyAPI → FlightTracker → Aircraft Dots on Earth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Context Layers: AirportRenderer and EarthGeoRenderer add geographic references, SunLight provides UTC-based illumination, OrbitCamera controls user viewpoint.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